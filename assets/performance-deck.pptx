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_moves_key_assets_ytd_mtd_september_2026-10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rket_moves_sectors_ytd_mtd_september_2026-10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sector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